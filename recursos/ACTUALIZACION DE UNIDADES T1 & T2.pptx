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7593AF-80BF-4F16-AEA8-A4C55346D6B6}" v="1" dt="2026-08-29T22:15:20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Herrera" userId="85be668f-5883-467b-81c2-80b81c51566e" providerId="ADAL" clId="{3A1A1783-87FC-4298-B039-E77CBD760F40}"/>
    <pc:docChg chg="undo custSel modSld">
      <pc:chgData name="Ivan Herrera" userId="85be668f-5883-467b-81c2-80b81c51566e" providerId="ADAL" clId="{3A1A1783-87FC-4298-B039-E77CBD760F40}" dt="2026-08-29T22:15:42.379" v="3" actId="1076"/>
      <pc:docMkLst>
        <pc:docMk/>
      </pc:docMkLst>
      <pc:sldChg chg="modSp mod">
        <pc:chgData name="Ivan Herrera" userId="85be668f-5883-467b-81c2-80b81c51566e" providerId="ADAL" clId="{3A1A1783-87FC-4298-B039-E77CBD760F40}" dt="2026-08-29T22:15:42.379" v="3" actId="1076"/>
        <pc:sldMkLst>
          <pc:docMk/>
          <pc:sldMk cId="3203843267" sldId="257"/>
        </pc:sldMkLst>
        <pc:graphicFrameChg chg="mod">
          <ac:chgData name="Ivan Herrera" userId="85be668f-5883-467b-81c2-80b81c51566e" providerId="ADAL" clId="{3A1A1783-87FC-4298-B039-E77CBD760F40}" dt="2026-08-29T22:15:42.379" v="3" actId="1076"/>
          <ac:graphicFrameMkLst>
            <pc:docMk/>
            <pc:sldMk cId="3203843267" sldId="257"/>
            <ac:graphicFrameMk id="4" creationId="{E0A25897-6598-DA82-537C-44BBFC7E1EC5}"/>
          </ac:graphicFrameMkLst>
        </pc:graphicFrameChg>
      </pc:sldChg>
      <pc:sldChg chg="addSp delSp modSp mod">
        <pc:chgData name="Ivan Herrera" userId="85be668f-5883-467b-81c2-80b81c51566e" providerId="ADAL" clId="{3A1A1783-87FC-4298-B039-E77CBD760F40}" dt="2026-08-29T22:15:25.351" v="1" actId="478"/>
        <pc:sldMkLst>
          <pc:docMk/>
          <pc:sldMk cId="281807452" sldId="258"/>
        </pc:sldMkLst>
        <pc:picChg chg="add del mod">
          <ac:chgData name="Ivan Herrera" userId="85be668f-5883-467b-81c2-80b81c51566e" providerId="ADAL" clId="{3A1A1783-87FC-4298-B039-E77CBD760F40}" dt="2026-08-29T22:15:25.351" v="1" actId="478"/>
          <ac:picMkLst>
            <pc:docMk/>
            <pc:sldMk cId="281807452" sldId="258"/>
            <ac:picMk id="3" creationId="{1DF273FF-E7A3-DB55-2C57-E48AEADBA4E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A7749-10F0-EF68-B37A-43BA64E0C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E0E285-5B14-4AE7-6CA7-27642DD23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38DF8E-8739-BDEE-C369-A5DF73975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7011-B172-4A96-ABB1-65075E1D8D50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486C7D-2EDD-F917-E30F-C4B1FA15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38CD8F-22B7-A1B4-E0CD-73C7EF5E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0C25-9C15-4194-B8A8-4D6DC82B36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233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681A5-F1F2-3575-3E2E-70A0D9B5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033352-594C-38D5-8156-B5A048022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165C0C-D258-490F-18CC-51CC1EFD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7011-B172-4A96-ABB1-65075E1D8D50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1E71FD-2E9F-60FD-413A-92B0CCAB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25286A-032B-5311-B3A9-F1F65589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0C25-9C15-4194-B8A8-4D6DC82B36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6479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5BE36-FF8C-9EB4-E0C1-56110CBD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CC8E2C-CEB0-80B2-06D1-DAA4E0AE8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6FA304-D4DE-9564-10AD-2D6D7E63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7011-B172-4A96-ABB1-65075E1D8D50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AB82C0-B10A-477F-3DA8-C4FB67DC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CBB06D-5940-208C-A171-025A0CB0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0C25-9C15-4194-B8A8-4D6DC82B36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513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029B7-67DD-56A9-33D1-848884433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E4220F-DB59-5385-4FDF-68AD678AB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AD81DB-F2B7-46D7-67B3-B17D335EF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5FEF82-157D-73F5-35D4-82A02D9F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7011-B172-4A96-ABB1-65075E1D8D50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7AEE6E-275B-9794-2131-03DC3CE1F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DFEA4C-C668-8E82-7EA7-DDE3F5A69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0C25-9C15-4194-B8A8-4D6DC82B36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693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FC5A4-91AB-FEA7-D6D8-1E0B36018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9BEE94-E8EF-CCE2-5F45-F81C3EBAB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06D79E-DCC7-F30B-3C66-357A45171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4C240A-11C1-BD7C-1221-7C6B3F3C1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E298142-E829-9E2E-70E5-C777D31E3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FEB443-5763-FEA2-6D84-3D040B2C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7011-B172-4A96-ABB1-65075E1D8D50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93A2F83-C559-53AD-C116-51ADE676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A3DBD1-2E1B-8831-C404-55A7468E8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0C25-9C15-4194-B8A8-4D6DC82B36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7083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DDB46-ECA6-95C6-12CE-5CC945CEC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6F50EB-0D49-A75D-305C-F659EF164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7011-B172-4A96-ABB1-65075E1D8D50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AC842D-8E5F-504E-C2AA-2A491B1A7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3B9C0E-2231-827C-A1B3-0C3CC3C5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0C25-9C15-4194-B8A8-4D6DC82B36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766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E89F94C-9A27-25C8-35AD-B41D20BFA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7011-B172-4A96-ABB1-65075E1D8D50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51E6ED-61E0-3018-56D3-E82499AF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2A4584-A1CC-E3F6-4586-039AC41C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0C25-9C15-4194-B8A8-4D6DC82B36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2374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144F8-BA79-2B5D-8741-D09CFBE9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F6556C-1842-3CA8-C0F2-E4513077B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CAFB41-0869-2A2F-9217-DACE5FC61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4F5A02-0CD7-47C5-9919-83ACBA5A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7011-B172-4A96-ABB1-65075E1D8D50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0B87BE-E1EF-E1ED-3EB7-9009D875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D5DC44-EA88-8C5C-CBF5-369AFE25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0C25-9C15-4194-B8A8-4D6DC82B36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306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CAEF47-B839-B268-A019-27B359CF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B631EAA-EDA5-E4EC-CCC6-F455616879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1B56D3-F165-400B-25E2-C00ADB23A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43B75B-612F-2D6B-BD34-D9156B0E8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7011-B172-4A96-ABB1-65075E1D8D50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D47902-416C-D680-919E-75DF0632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D162EE-79EA-5086-7F70-04C7F602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0C25-9C15-4194-B8A8-4D6DC82B36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045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3A9A2-8223-A7C9-B6AC-C228D728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A5B0CD-801E-3B4F-4DCA-C307FE811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F8712A-A8B1-C4D1-CA73-A9B83653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7011-B172-4A96-ABB1-65075E1D8D50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24C07B-0ECB-82AC-0B71-A2B7D1C8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64D928-11AE-F91D-2E11-4CFAD749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0C25-9C15-4194-B8A8-4D6DC82B36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098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7BFA5D-A703-0DD5-4A83-002C6D02D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502935-92CE-EF4C-9F9F-8AEC40F10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C41AAF-964A-B86F-5266-82B8DEFA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7011-B172-4A96-ABB1-65075E1D8D50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8E5536-B266-B740-3987-A5C279E8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6F3F7E-2E2F-F2AA-F57A-6D17ABDC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A0C25-9C15-4194-B8A8-4D6DC82B36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214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121C8EC-9948-F0CB-9211-D2744547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0C510F-2632-9B7C-5E09-080C485DC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108580-BC9F-4E68-EA2C-585CCA3373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D47011-B172-4A96-ABB1-65075E1D8D50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D879A2-35D5-3C7C-C668-99E43F1DF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B43AAC-EDB7-B3E0-A035-27E6D25DD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A0C25-9C15-4194-B8A8-4D6DC82B36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551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67B40-C579-19B3-F801-77A2BE27F9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ACTUALIZACION DE UNIDADES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874B24-C14B-BE97-F44B-B0361CA7FC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TORRE 1 Y TORRE</a:t>
            </a:r>
          </a:p>
        </p:txBody>
      </p:sp>
    </p:spTree>
    <p:extLst>
      <p:ext uri="{BB962C8B-B14F-4D97-AF65-F5344CB8AC3E}">
        <p14:creationId xmlns:p14="http://schemas.microsoft.com/office/powerpoint/2010/main" val="22598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834D8-7C38-2F6D-7D3F-BA23CBA3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58" y="127857"/>
            <a:ext cx="6156960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1 – Mango 75m2</a:t>
            </a: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0A25897-6598-DA82-537C-44BBFC7E1E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549531"/>
              </p:ext>
            </p:extLst>
          </p:nvPr>
        </p:nvGraphicFramePr>
        <p:xfrm>
          <a:off x="0" y="650336"/>
          <a:ext cx="9326562" cy="603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9326880" imgH="6034757" progId="Acrobat.Document.DC">
                  <p:embed/>
                </p:oleObj>
              </mc:Choice>
              <mc:Fallback>
                <p:oleObj name="Acrobat Document" r:id="rId2" imgW="9326880" imgH="6034757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650336"/>
                        <a:ext cx="9326562" cy="6034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3843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B7FD5-E0FB-A194-8703-97CE3431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A6BD7-9DB2-5C1E-CC8D-438548AD5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58" y="127857"/>
            <a:ext cx="6156960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1 – Mango 75m2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56FF8D0-6311-BB7B-5975-42D50F880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10" t="5001" r="22499" b="10000"/>
          <a:stretch>
            <a:fillRect/>
          </a:stretch>
        </p:blipFill>
        <p:spPr>
          <a:xfrm>
            <a:off x="0" y="722852"/>
            <a:ext cx="7428341" cy="613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7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F3816-2A5F-F735-7394-2A75E613F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F7AEC-D1E1-6906-53DB-1CCD20D9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58" y="127857"/>
            <a:ext cx="6156960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2 – Planta PB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3ECE4A72-2E82-85EC-DCDB-197F65236B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504103"/>
              </p:ext>
            </p:extLst>
          </p:nvPr>
        </p:nvGraphicFramePr>
        <p:xfrm>
          <a:off x="0" y="599811"/>
          <a:ext cx="9720072" cy="6258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23042880" imgH="16459200" progId="Acrobat.Document.DC">
                  <p:embed/>
                </p:oleObj>
              </mc:Choice>
              <mc:Fallback>
                <p:oleObj name="Acrobat Document" r:id="rId2" imgW="23042880" imgH="1645920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599811"/>
                        <a:ext cx="9720072" cy="6258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3537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0910F-8509-8BBF-4217-CAC7DF10C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A0823-4F45-0661-A2CA-979026E6A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57" y="127857"/>
            <a:ext cx="10927017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2 – T2PBA – MANGO – 90,77M2</a:t>
            </a: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3F0A591E-A830-90FE-C252-270B49FC07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090333"/>
              </p:ext>
            </p:extLst>
          </p:nvPr>
        </p:nvGraphicFramePr>
        <p:xfrm>
          <a:off x="164910" y="722852"/>
          <a:ext cx="9326562" cy="603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9326880" imgH="6034757" progId="Acrobat.Document.DC">
                  <p:embed/>
                </p:oleObj>
              </mc:Choice>
              <mc:Fallback>
                <p:oleObj name="Acrobat Document" r:id="rId2" imgW="9326880" imgH="6034757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4910" y="722852"/>
                        <a:ext cx="9326562" cy="6034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9841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C191A-13EF-D50A-2817-B2D64526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CAA72-7FC6-6DE1-27A1-A22F8A1AF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633" y="413607"/>
            <a:ext cx="6156960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2 – T2PBA</a:t>
            </a:r>
            <a:br>
              <a:rPr lang="es-ES" dirty="0"/>
            </a:br>
            <a:r>
              <a:rPr lang="es-ES" dirty="0"/>
              <a:t>90,77 M2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8894C1-02A6-807D-43AD-1506FE800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6" t="1864" r="20703"/>
          <a:stretch>
            <a:fillRect/>
          </a:stretch>
        </p:blipFill>
        <p:spPr>
          <a:xfrm>
            <a:off x="6035040" y="127857"/>
            <a:ext cx="6156960" cy="673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7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5EBB1-2527-439C-24BC-0C45135A5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CCC27-EAA7-E356-AF90-B6A7E3278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57" y="127857"/>
            <a:ext cx="9479217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2 – T2PBB – MANGO – 96,77 M2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25070CFE-1D22-C5CD-37D4-7D8AEA59C5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815458"/>
              </p:ext>
            </p:extLst>
          </p:nvPr>
        </p:nvGraphicFramePr>
        <p:xfrm>
          <a:off x="156982" y="696055"/>
          <a:ext cx="9326563" cy="603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9326880" imgH="6034757" progId="Acrobat.Document.DC">
                  <p:embed/>
                </p:oleObj>
              </mc:Choice>
              <mc:Fallback>
                <p:oleObj name="Acrobat Document" r:id="rId2" imgW="9326880" imgH="6034757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6982" y="696055"/>
                        <a:ext cx="9326563" cy="6034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4185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5C8E8-8BDE-275A-20D3-FF84C1EA7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069E2-A9D6-F6E3-4E35-15D0C7A3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858" y="451707"/>
            <a:ext cx="6156960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2 – T2PBB</a:t>
            </a:r>
            <a:br>
              <a:rPr lang="es-ES" dirty="0"/>
            </a:br>
            <a:r>
              <a:rPr lang="es-ES" dirty="0"/>
              <a:t>96,77 M2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4F3BF9-B664-0E3A-1EDC-34392AF4A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62" t="7500" r="25156"/>
          <a:stretch>
            <a:fillRect/>
          </a:stretch>
        </p:blipFill>
        <p:spPr>
          <a:xfrm>
            <a:off x="4839730" y="0"/>
            <a:ext cx="73522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43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C033-30B6-923F-A77C-A995FD07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8B00D-90B9-1E2B-029B-AFCFF5A8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58" y="127857"/>
            <a:ext cx="9964992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2 – T2PBC – FICUS – 65,46 M2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FAE9AAD8-D5A9-932A-E812-148076EA76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220896"/>
              </p:ext>
            </p:extLst>
          </p:nvPr>
        </p:nvGraphicFramePr>
        <p:xfrm>
          <a:off x="92075" y="722852"/>
          <a:ext cx="9326563" cy="603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9326880" imgH="6034757" progId="Acrobat.Document.DC">
                  <p:embed/>
                </p:oleObj>
              </mc:Choice>
              <mc:Fallback>
                <p:oleObj name="Acrobat Document" r:id="rId2" imgW="9326880" imgH="6034757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075" y="722852"/>
                        <a:ext cx="9326563" cy="6034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601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FCFA-F3C0-E7D9-BF6C-B35CF7DCF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3FE46-C541-622C-C19B-7C983797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83" y="504825"/>
            <a:ext cx="6156960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2 – T2PBC</a:t>
            </a:r>
            <a:br>
              <a:rPr lang="es-ES" dirty="0"/>
            </a:br>
            <a:r>
              <a:rPr lang="es-ES" dirty="0"/>
              <a:t>65,46 M2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2795CC-D7F4-711C-95FD-835AF2E23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81" t="18334" r="21797"/>
          <a:stretch>
            <a:fillRect/>
          </a:stretch>
        </p:blipFill>
        <p:spPr>
          <a:xfrm>
            <a:off x="4596282" y="504825"/>
            <a:ext cx="7595718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292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E831F-24B6-67CE-1E2E-C681F4E04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57483-7A93-3909-E6CF-A6AB3D46C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58" y="127857"/>
            <a:ext cx="10441242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2 – T2PBD – FICUS – 68,40 M2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DB8B7B47-D315-4E3F-2A76-8FA71E3EAF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28480"/>
              </p:ext>
            </p:extLst>
          </p:nvPr>
        </p:nvGraphicFramePr>
        <p:xfrm>
          <a:off x="240645" y="696055"/>
          <a:ext cx="9326563" cy="603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9326880" imgH="6034757" progId="Acrobat.Document.DC">
                  <p:embed/>
                </p:oleObj>
              </mc:Choice>
              <mc:Fallback>
                <p:oleObj name="Acrobat Document" r:id="rId2" imgW="9326880" imgH="6034757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0645" y="696055"/>
                        <a:ext cx="9326563" cy="6034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3346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C8FE1-1373-6883-4C90-A29510AD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3BA72-B484-8E07-7C43-04DA45C7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08" y="442182"/>
            <a:ext cx="6156960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2 – T2PBD</a:t>
            </a:r>
            <a:br>
              <a:rPr lang="es-ES" dirty="0"/>
            </a:br>
            <a:r>
              <a:rPr lang="es-ES" dirty="0"/>
              <a:t>68,40 M2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0B34DE-67B3-D3CF-F2ED-0E4E8E656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19" t="4305" r="22422"/>
          <a:stretch>
            <a:fillRect/>
          </a:stretch>
        </p:blipFill>
        <p:spPr>
          <a:xfrm>
            <a:off x="4886325" y="119567"/>
            <a:ext cx="7305675" cy="673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50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F7D54-6A39-F9C8-A8E7-9FA1268F7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A8B92-639B-8CFA-5E5C-E0BC8D117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58" y="127857"/>
            <a:ext cx="10746042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2 – T2PBE – FICUS – 74,18 M2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F8D50141-C56B-EA5F-FBD9-AA0D823D63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21796"/>
              </p:ext>
            </p:extLst>
          </p:nvPr>
        </p:nvGraphicFramePr>
        <p:xfrm>
          <a:off x="237998" y="625475"/>
          <a:ext cx="9326563" cy="603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9326880" imgH="6034757" progId="Acrobat.Document.DC">
                  <p:embed/>
                </p:oleObj>
              </mc:Choice>
              <mc:Fallback>
                <p:oleObj name="Acrobat Document" r:id="rId2" imgW="9326880" imgH="6034757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7998" y="625475"/>
                        <a:ext cx="9326563" cy="6034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693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9EF06-DDEC-FD36-3B19-AF087C10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0D92E-521A-2294-8E58-F991EABC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658" y="356457"/>
            <a:ext cx="6156960" cy="594995"/>
          </a:xfrm>
        </p:spPr>
        <p:txBody>
          <a:bodyPr>
            <a:normAutofit fontScale="90000"/>
          </a:bodyPr>
          <a:lstStyle/>
          <a:p>
            <a:r>
              <a:rPr lang="es-ES" dirty="0"/>
              <a:t>TORRE 2 – T2PBE</a:t>
            </a:r>
            <a:br>
              <a:rPr lang="es-ES" dirty="0"/>
            </a:br>
            <a:r>
              <a:rPr lang="es-ES" dirty="0"/>
              <a:t>74,18 M2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525EC83-3A85-F6F1-64D9-BE8D1EF6A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09" t="8195" r="21406"/>
          <a:stretch>
            <a:fillRect/>
          </a:stretch>
        </p:blipFill>
        <p:spPr>
          <a:xfrm>
            <a:off x="4427545" y="200026"/>
            <a:ext cx="7764456" cy="652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700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0c82d3a-46cd-4683-a272-4ac6923c4f90}" enabled="0" method="" siteId="{d0c82d3a-46cd-4683-a272-4ac6923c4f9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101</Words>
  <Application>Microsoft Office PowerPoint</Application>
  <PresentationFormat>Panorámica</PresentationFormat>
  <Paragraphs>15</Paragraphs>
  <Slides>14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Tema de Office</vt:lpstr>
      <vt:lpstr>Acrobat Document</vt:lpstr>
      <vt:lpstr>ACTUALIZACION DE UNIDADES</vt:lpstr>
      <vt:lpstr>TORRE 1 – Mango 75m2</vt:lpstr>
      <vt:lpstr>TORRE 1 – Mango 75m2</vt:lpstr>
      <vt:lpstr>TORRE 2 – Planta PB</vt:lpstr>
      <vt:lpstr>TORRE 2 – T2PBA – MANGO – 90,77M2</vt:lpstr>
      <vt:lpstr>TORRE 2 – T2PBA 90,77 M2</vt:lpstr>
      <vt:lpstr>TORRE 2 – T2PBB – MANGO – 96,77 M2</vt:lpstr>
      <vt:lpstr>TORRE 2 – T2PBB 96,77 M2</vt:lpstr>
      <vt:lpstr>TORRE 2 – T2PBC – FICUS – 65,46 M2</vt:lpstr>
      <vt:lpstr>TORRE 2 – T2PBC 65,46 M2</vt:lpstr>
      <vt:lpstr>TORRE 2 – T2PBD – FICUS – 68,40 M2</vt:lpstr>
      <vt:lpstr>TORRE 2 – T2PBD 68,40 M2</vt:lpstr>
      <vt:lpstr>TORRE 2 – T2PBE – FICUS – 74,18 M2</vt:lpstr>
      <vt:lpstr>TORRE 2 – T2PBE 74,18 M2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Herrera</dc:creator>
  <cp:lastModifiedBy>Ivan Herrera</cp:lastModifiedBy>
  <cp:revision>1</cp:revision>
  <dcterms:created xsi:type="dcterms:W3CDTF">2026-05-26T15:57:56Z</dcterms:created>
  <dcterms:modified xsi:type="dcterms:W3CDTF">2026-08-29T22:18:32Z</dcterms:modified>
</cp:coreProperties>
</file>